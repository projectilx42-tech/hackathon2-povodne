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26 August 2026 a glacier collapse sent a flood down the Bhote Koshi–Trishuli valley. Rescuers need three answers: where did it hit, what is damaged, who is cut off. We built a system that answers them from free satellite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questions: where, what, who.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any area and any flood date — nothing is hard-coded for Nepal. The system finds and downloads Sentinel-1 radar from the same orbit before and after, optical images if clear, elevation, and OpenStreetMap as it was before the flood.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runs end to end on a laptop CPU: download, preprocessing, AI flood model, debris step, damage, road network,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Flood water comes from a U-Net trained on Kuro Siwo and Sen1Floods11. Mud and debris come from a separate change test with a confidence level. F1 = balance of precision and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Buildings, roads and bridges from OpenStreetMap before the event are checked one by one. We show ranges. Who is cut off? Red villages have no road to a town or hospital; the system ranks them by urgency and shows which road section to repair first. Bonus: click a point to trace the flood path downstream; one-page situation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Trishuli compared with EMSR927: precision 0.92, recall 0.79, F1 0.85. 90% of destroyed or damaged buildings fall inside our affected area; 93% of damaged bridges matched were flagged blocked or suspect.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report weak spots honestly: the model is a change detector, mountain recall is low, narrow rivers are invisible to radar, satellites revisit every few days and cannot warn ahead of a sudden collapse. This is an educational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Contains modified Copernicus Sentinel data 2026; © OpenStreetMap contributors; Copernicus DEM; Kuro Siwo, Sen1Floods11. Built with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Contains modified Copernicus Sentinel data 2026 · © OpenStreetMap contributors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1463040"/>
            <a:ext cx="3840480" cy="3840480"/>
          </a:xfrm>
          <a:prstGeom prst="ellipse">
            <a:avLst/>
          </a:prstGeom>
          <a:solidFill>
            <a:schemeClr val="accent5">
              <a:alpha val="12000"/>
            </a:scheme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594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MULTIMODAL AI HACKATHON 2026 · TRACK B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Flood Damage from Space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Where did the flood hit? What is damaged? Who is cut off?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Any area · any date · free Sentinel satellite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answers rescuers need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it hit?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Flood water and mud / debris, mapped from radar and optical satellites.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3566160" y="17373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damaged?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Buildings, roads and bridges from OpenStreetMap, checked one by one.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14" name="Shape 10"/>
          <p:cNvSpPr/>
          <p:nvPr/>
        </p:nvSpPr>
        <p:spPr>
          <a:xfrm>
            <a:off x="6309360" y="17373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cut off?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Road network rebuilt before and after; villages ranked by urgency.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any area and any flood date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Nothing is hard-coded for Nepal. The system finds and downloads everything itself: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Sentinel-1 radar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Same orbit, before and after the flood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Sentinel-2 optical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Used when the sky is clear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9204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Copernicus DEM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Elevation and terrain masks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574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OpenStreetMap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94944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 it was before the event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Not used as input: Copernicus EMS, UNOSAT or any published damage map — only for checking results.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on a laptop CPU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822960" cy="8229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Download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847088" y="2011680"/>
            <a:ext cx="822960" cy="8229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2194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47088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64208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624328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›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3008376" y="2011680"/>
            <a:ext cx="822960" cy="8229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256" y="21945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08376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825496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flood model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›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4169664" y="2011680"/>
            <a:ext cx="822960" cy="8229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21945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169664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3986784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Debris step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946904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Shape 17"/>
          <p:cNvSpPr/>
          <p:nvPr/>
        </p:nvSpPr>
        <p:spPr>
          <a:xfrm>
            <a:off x="5330952" y="2011680"/>
            <a:ext cx="822960" cy="8229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21945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30952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148072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Damage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108192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›</a:t>
            </a:r>
            <a:endParaRPr lang="en-US" sz="2800" dirty="0"/>
          </a:p>
        </p:txBody>
      </p:sp>
      <p:sp>
        <p:nvSpPr>
          <p:cNvPr id="28" name="Shape 21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19456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49224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6309360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Road network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726948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›</a:t>
            </a:r>
            <a:endParaRPr lang="en-US" sz="2800" dirty="0"/>
          </a:p>
        </p:txBody>
      </p:sp>
      <p:sp>
        <p:nvSpPr>
          <p:cNvPr id="33" name="Shape 25"/>
          <p:cNvSpPr/>
          <p:nvPr/>
        </p:nvSpPr>
        <p:spPr>
          <a:xfrm>
            <a:off x="7653528" y="2011680"/>
            <a:ext cx="822960" cy="8229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408" y="219456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653528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7470648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~9 km window: 2–7 minutes · ~2,000 km²: about 24 minutes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AI: two detectors, one verdict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water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U-Net segmentation model trained on Kuro Siwo and Sen1Floods11, tested on events it never saw.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337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F1 on Kuro Siwo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(paper best: 0.80)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 and debris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402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Debris does not look like water in radar, so a separate change test finds it — each polygon comes with a confidence level and an evidence sentence.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Data-quality panel shows what the satellites could actually see.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damaged, who is cut off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pic>
        <p:nvPicPr>
          <p:cNvPr id="4" name="Image 0" descr="sitrep.png">    </p:cNvPr>
          <p:cNvPicPr>
            <a:picLocks noChangeAspect="1"/>
          </p:cNvPicPr>
          <p:nvPr/>
        </p:nvPicPr>
        <p:blipFill>
          <a:blip r:embed="rId1"/>
          <a:srcRect l="0" r="0" t="-16667" b="-16667"/>
          <a:stretch/>
        </p:blipFill>
        <p:spPr>
          <a:xfrm>
            <a:off x="640080" y="137160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Example situation map (sample run)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206240" y="13716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517904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9834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Buildings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4983480" y="1627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Checked one by one against the flood and debris layers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06240" y="2221992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368296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83480" y="2130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Roads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983480" y="24780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Blocked sections found by rebuilding the road graph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206240" y="3072384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3218688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983480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Bridges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4983480" y="33284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Over flooded water → marked suspect, never "destroyed"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3922776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4069080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983480" y="3831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Villages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4983480" y="41788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Green, orange, red — ranked by urgency with repair order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Trishuli vs the official EMS 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pic>
        <p:nvPicPr>
          <p:cNvPr id="4" name="Image 0" descr="cm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32004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European Union, Copernicus Emergency Management Service data (comparison only, never an input)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206240" y="12801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912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precision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801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recall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278892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8912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destroyed / damaged buildings inside our area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46520" y="278892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294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damaged bridges flagged blocked or suspect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206240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Affected area, 26 Aug 2026 · overall confidence is low (steep valley, radar shadow) — we say so.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report weak spots honestly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mean F1, 12 independent floods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without a "before" image — it is a change detector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radar-only, unseen Himalayan scenes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Mountain flash floods: recall is low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Narrow rivers are invisible to radar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Satellites revisit every few days — no warning of a sudden collapse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Educational prototype, not an operational tool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credits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Contains modified Copernicus Sentinel data 2026.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Produced using Copernicus WorldDEM-30 © DLR e.V. 2010–2014 and © Airbus Defence and Space GmbH 2014–2018 provided under COPERNICUS by the European Union and ESA; all rights reserved.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© OpenStreetMap contributors.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Training data: Kuro Siwo (Bountos et al., 2024) · Sen1Floods11 (Bonafilia et al., 2020).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77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3931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Built with Claude Code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od Watch">
  <a:themeElements>
    <a:clrScheme name="Flood Watch">
      <a:dk1>
        <a:srgbClr val="0B1B2B"/>
      </a:dk1>
      <a:lt1>
        <a:srgbClr val="FFFFFF"/>
      </a:lt1>
      <a:dk2>
        <a:srgbClr val="14304A"/>
      </a:dk2>
      <a:lt2>
        <a:srgbClr val="B9CCDD"/>
      </a:lt2>
      <a:accent1>
        <a:srgbClr val="2EC4B6"/>
      </a:accent1>
      <a:accent2>
        <a:srgbClr val="F4A259"/>
      </a:accent2>
      <a:accent3>
        <a:srgbClr val="E5484D"/>
      </a:accent3>
      <a:accent4>
        <a:srgbClr val="4CAF7A"/>
      </a:accent4>
      <a:accent5>
        <a:srgbClr val="6EA8FE"/>
      </a:accent5>
      <a:accent6>
        <a:srgbClr val="C77DFF"/>
      </a:accent6>
      <a:hlink>
        <a:srgbClr val="6EA8FE"/>
      </a:hlink>
      <a:folHlink>
        <a:srgbClr val="B9CCDD"/>
      </a:folHlink>
    </a:clrScheme>
    <a:fontScheme name="Flood W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2026-10-14T15:23:33Z</dcterms:created>
  <dcterms:modified xsi:type="dcterms:W3CDTF">2026-10-14T15:23:33Z</dcterms:modified>
</cp:coreProperties>
</file>